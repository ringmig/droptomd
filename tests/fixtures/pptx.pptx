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Drop to 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Räksmörgås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